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039holzbau/bestandsaufnahme-holzbau-eigenleistung-aufmass-foto-unterlag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https://holzundhaus.github.io/039holzbau/bestandsaufnahme-holzbau-eigenleistung-aufmass-foto-unterlagen/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